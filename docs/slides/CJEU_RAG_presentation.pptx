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over CJEU preliminary rulings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and agricultural EU law — single-agent vs. multi-agent architectures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480560"/>
            <a:ext cx="10698480" cy="18288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judgments  ·  2 legal domains  ·  Text Mining exam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judgments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judgments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607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judgments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(present in both)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210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of judgments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routing dimensions extracted per judgment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005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/ agricultural / both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749040"/>
            <a:ext cx="457200" cy="457200"/>
          </a:xfrm>
          <a:prstGeom prst="ellipse">
            <a:avLst/>
          </a:prstGeom>
          <a:solidFill>
            <a:srgbClr val="E8A33D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37033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area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005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nature &amp; biodiversity, organic production, CAP payments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7548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instrument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0566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vs. Regulation, specific instrument cited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800600"/>
            <a:ext cx="457200" cy="457200"/>
          </a:xfrm>
          <a:prstGeom prst="ellipse">
            <a:avLst/>
          </a:prstGeom>
          <a:solidFill>
            <a:srgbClr val="E8A33D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47548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profile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50566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Member State, language, formation of the Court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HTML to a queryable corpus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judgments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files, 3 distinct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EUR-Lex/Curia templates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2194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2072" y="1737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extract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53512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text, paragraphs,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 part, metadata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2194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4064" y="1737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75504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body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(~1000 chars) + operative part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50024" y="2194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06056" y="1737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97496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72016" y="21945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28048" y="17373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4E8F8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9488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19488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per-domain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(cross-domain in both)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cross-domain judgments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judgments present in both sub-corpora are kept as duplicated entries in both the agricultural and environmental JSON/chunk stores and both FAISS sub-indices, tagged legal_domain = “both” — so either routing path (a domain filter in Task A, or either specialist in Task B) can reach them without a third index.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HTML templates were found across the corpus (varying CSS class names for headers, numbered paragraphs, and keyword lines) — the parser detects and handles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architectures, one corpus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DF0FA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— single agent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in a loop, calling tools (search_corpus, get_case_by_number, list_cases_by_filter) against a single global FAISS index spanning the whole corpus, with legal_domain / thematic_area / eu_instrument / member_state as optional filters chosen by the model itself.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Simpler, one retrieval path, one set of prompts to tune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Domain/area selection is implicit in the model's own filter choice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 — multi-agent + supervisor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with no direct corpus access consults one or both domain specialists (agricultural / environmental), each running its own full retrieval loop against its own FAISS index, then synthesizes their answers — consulting both whenever a question is ambiguous or cross-domain.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Explicit domain separation, easy to add a 3rd domain later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More LLM calls per question → higher latency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 — single-agent ReAct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LLM chooses a tool → observe result → loop until enough evidence → cited final answer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95728"/>
            <a:ext cx="457200" cy="457200"/>
          </a:xfrm>
          <a:prstGeom prst="ellipse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67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search_corpus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the global (or domain-filtered) FAISS index; over-fetches then metadata-filters/re-ranks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630168"/>
            <a:ext cx="457200" cy="457200"/>
          </a:xfrm>
          <a:prstGeom prst="ellipse">
            <a:avLst/>
          </a:prstGeom>
          <a:solidFill>
            <a:srgbClr val="E8A33D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get_case_by_number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lookup of one judgment's full text, operative part and metadata by case number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64608"/>
            <a:ext cx="457200" cy="457200"/>
          </a:xfrm>
          <a:prstGeom prst="ellipse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736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list_cases_by_filter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metadata browsing/counting (domain, area, instrument, Member State) — no embedding 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(tool, arguments, observation preview) is recorded in a trace for logging and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 — supervisor + domain specialists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4E8F8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routes; no direct corpus access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2468880"/>
            <a:ext cx="-2103120" cy="91440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2468880"/>
            <a:ext cx="2103120" cy="91440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47472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specialist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loop (search_corpus / get_case_by_number / list_cases_by_filter), tools pinned to legal_domain = “agricultural”, own FAISS index (includes cross-domain judgments).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cited answer +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347472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specialist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4023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loop (search_corpus / get_case_by_number / list_cases_by_filter), tools pinned to legal_domain = “environmental”, own FAISS index (includes cross-domain judgments).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cited answer + sources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is instructed to consult BOTH specialists whenever a question is ambiguous or cross-domain (e.g. pesticide residues in organic farming) — never guesses a single domain — then synthesizes one final, cited answer.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828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Motivation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Embedding model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sentence-transformers/all-MiniLM-L6-v2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Open-source, local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9E"/>
                          </a:solidFill>
                        </a:rPr>
                        <a:t>Small &amp; fast for ~14.5k chunks; corpus text is uniformly English (EN CELEX translations) so multilingual capacity wasn't required corpus-side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Generative model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Gemini 3.1 Flash-Lite (Google)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External API, free tier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9E"/>
                          </a:solidFill>
                        </a:rPr>
                        <a:t>Genuinely free tier (no billing setup) with reliable multi-step function calling — deciding factor for a student-run project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loop: both architectures implement an explicit ReAct-style loop (call model → execute tool calls → append observations → repeat until plain-text final answer) built from scratch on Gemini's native function calling — no LangChain/LlamaIndex — for full trace/logging control.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Gemini model availability shifted mid-project (gemini-2.5-flash was retired for new accounts) — model names should be re-checked against ai.google.dev before the exam.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RAGAS-INSPIRED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(chat or batch) is logged: question, answer, sources, full step-by-step trace, latency.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20574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utilization proxy: fraction of retrieved case numbers actually cited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072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8072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reference answer — not computable internally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570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Faithfulness*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55701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consistency proxy: fraction of cited case numbers genuinely retrieved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06824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068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430682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cosine similarity between question and answer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056632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566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correctness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505663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reference answer — official evaluation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Ground-truth-free proxy, not the literal RAGAS metric — see docs/performance_table.md for why context recall &amp; answer correctness need a reference answer the exam guide keeps undisclosed.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GUIDE'S 20 EXAMPLE QUESTIONS, 2026-07-23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evaluation results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Single-agent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Multi-agent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Context precision*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0.740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0.716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Faithfulness*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0.974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0.958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Answer relevancy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0.803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0.785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Avg. latency (s)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44.9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27.3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Abstention rate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0.20 (4/20)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0.10 (2/20)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on latency: both runs hit Gemini's free-tier rate limit repeatedly (retry waits are included in the logged time), and the single-agent run has one outlier question (“latest judgment”) that returned a near-complete case list as “sources”, inflating both its latency and avg. source count. Not a clean architectural comparison as-is — see docs/performance_table.md.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evaluation (RAGAS against the hidden 20-question set) — pending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assessment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routing strategy scales better?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26307A"/>
          </a:solidFill>
          <a:ln w="12700">
            <a:solidFill>
              <a:srgbClr val="263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1284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index, one prompt to tune — but domain/area filters live as an ever-growing enum inside one tool schema as more legal domains are added.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26307A"/>
          </a:solidFill>
          <a:ln w="12700">
            <a:solidFill>
              <a:srgbClr val="263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930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domain = one new DomainAgent + one new consult_* tool for the supervisor — cleaner separation, at the cost of extra latency per cross-domain question.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26307A"/>
          </a:solidFill>
          <a:ln w="12700">
            <a:solidFill>
              <a:srgbClr val="263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731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so far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754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and relevancy proxies are close between the two (within ~0.02); the raw latency gap favors multi-agent, but it's confounded by rate-limit waits and one single-agent outlier question — not yet a clean result. Needs a rerun outside rate-limiting to trust the latency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github.com/kimias21/text-mining-cjeu-rag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interface, evaluation dashboard, and full source available in the repository.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2026-07-23T11:54:23Z</dcterms:created>
  <dcterms:modified xsi:type="dcterms:W3CDTF">2026-07-23T11:54:23Z</dcterms:modified>
</cp:coreProperties>
</file>